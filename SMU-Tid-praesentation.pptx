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 OS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 Tid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dagsseddel — hurtig tidsregistrering og fuldt overblik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E9BD4"/>
          </a:solidFill>
          <a:ln/>
        </p:spPr>
      </p:sp>
      <p:sp>
        <p:nvSpPr>
          <p:cNvPr id="6" name="Shape 4"/>
          <p:cNvSpPr/>
          <p:nvPr/>
        </p:nvSpPr>
        <p:spPr>
          <a:xfrm>
            <a:off x="2944368" y="461772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D874"/>
          </a:solidFill>
          <a:ln/>
        </p:spPr>
      </p:sp>
      <p:sp>
        <p:nvSpPr>
          <p:cNvPr id="7" name="Shape 5"/>
          <p:cNvSpPr/>
          <p:nvPr/>
        </p:nvSpPr>
        <p:spPr>
          <a:xfrm>
            <a:off x="3968496" y="4617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9BD4"/>
          </a:solidFill>
          <a:ln/>
        </p:spPr>
      </p:sp>
      <p:sp>
        <p:nvSpPr>
          <p:cNvPr id="8" name="Shape 6"/>
          <p:cNvSpPr/>
          <p:nvPr/>
        </p:nvSpPr>
        <p:spPr>
          <a:xfrm>
            <a:off x="6455664" y="461772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06140"/>
          </a:solidFill>
          <a:ln/>
        </p:spPr>
      </p:sp>
      <p:sp>
        <p:nvSpPr>
          <p:cNvPr id="9" name="Shape 7"/>
          <p:cNvSpPr/>
          <p:nvPr/>
        </p:nvSpPr>
        <p:spPr>
          <a:xfrm>
            <a:off x="7845552" y="46177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9BD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138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5138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· Del af SMU OS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Hvad er SMU Tid?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simpel digital dagsseddel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Medarbejdere registrerer deres dag på få klik: frie start/slut-tider, kategori, kunde og note. Ingen tunge skemaer.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980944"/>
            <a:ext cx="256032" cy="256032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Hurtig registrering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Tastes på sekunder — også på mobil.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941064"/>
            <a:ext cx="256032" cy="256032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Overblik med det samme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huller, overlap og manglende tid pr. dag.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4901184"/>
            <a:ext cx="256032" cy="256032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Bygget til SMU 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Ejet kode, klar til at leve i det samlede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48006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6002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Mandag 11. aug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13448" y="2148840"/>
            <a:ext cx="4215384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013448" y="2148840"/>
            <a:ext cx="73152" cy="658368"/>
          </a:xfrm>
          <a:prstGeom prst="roundRect">
            <a:avLst>
              <a:gd name="adj" fmla="val 25000"/>
            </a:avLst>
          </a:prstGeom>
          <a:solidFill>
            <a:srgbClr val="2E9BD4"/>
          </a:solidFill>
          <a:ln/>
        </p:spPr>
      </p:sp>
      <p:sp>
        <p:nvSpPr>
          <p:cNvPr id="17" name="Text 15"/>
          <p:cNvSpPr/>
          <p:nvPr/>
        </p:nvSpPr>
        <p:spPr>
          <a:xfrm>
            <a:off x="7196328" y="220370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07:30–12:00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2520" y="220370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ude / Montering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13448" y="2926080"/>
            <a:ext cx="4215384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013448" y="2926080"/>
            <a:ext cx="73152" cy="658368"/>
          </a:xfrm>
          <a:prstGeom prst="roundRect">
            <a:avLst>
              <a:gd name="adj" fmla="val 25000"/>
            </a:avLst>
          </a:prstGeom>
          <a:solidFill>
            <a:srgbClr val="FFD874"/>
          </a:solidFill>
          <a:ln/>
        </p:spPr>
      </p:sp>
      <p:sp>
        <p:nvSpPr>
          <p:cNvPr id="21" name="Text 19"/>
          <p:cNvSpPr/>
          <p:nvPr/>
        </p:nvSpPr>
        <p:spPr>
          <a:xfrm>
            <a:off x="7196328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298094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Frokost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13448" y="3703320"/>
            <a:ext cx="4215384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/>
        </p:spPr>
      </p:sp>
      <p:sp>
        <p:nvSpPr>
          <p:cNvPr id="24" name="Shape 22"/>
          <p:cNvSpPr/>
          <p:nvPr/>
        </p:nvSpPr>
        <p:spPr>
          <a:xfrm>
            <a:off x="7013448" y="3703320"/>
            <a:ext cx="73152" cy="658368"/>
          </a:xfrm>
          <a:prstGeom prst="roundRect">
            <a:avLst>
              <a:gd name="adj" fmla="val 25000"/>
            </a:avLst>
          </a:prstGeom>
          <a:solidFill>
            <a:srgbClr val="2E9BD4"/>
          </a:solidFill>
          <a:ln/>
        </p:spPr>
      </p:sp>
      <p:sp>
        <p:nvSpPr>
          <p:cNvPr id="25" name="Text 23"/>
          <p:cNvSpPr/>
          <p:nvPr/>
        </p:nvSpPr>
        <p:spPr>
          <a:xfrm>
            <a:off x="7196328" y="37581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12:30–14:00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37581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og skær / Print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13448" y="4480560"/>
            <a:ext cx="4215384" cy="658368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013448" y="4480560"/>
            <a:ext cx="73152" cy="658368"/>
          </a:xfrm>
          <a:prstGeom prst="roundRect">
            <a:avLst>
              <a:gd name="adj" fmla="val 25000"/>
            </a:avLst>
          </a:prstGeom>
          <a:solidFill>
            <a:srgbClr val="006140"/>
          </a:solidFill>
          <a:ln/>
        </p:spPr>
      </p:sp>
      <p:sp>
        <p:nvSpPr>
          <p:cNvPr id="29" name="Text 27"/>
          <p:cNvSpPr/>
          <p:nvPr/>
        </p:nvSpPr>
        <p:spPr>
          <a:xfrm>
            <a:off x="7196328" y="45354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32520" y="45354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Tegnestue / Ny tegning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5303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Arbejdstid 6:30  ·  Pause 0:30  ·  Mangler 1:00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Kernefunktioner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09928"/>
            <a:ext cx="384048" cy="384048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219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 tidsintervaller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58775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Registrér start/slut frit — forslag i 15-min spring, manuel tid tilladt.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9432" y="1709928"/>
            <a:ext cx="384048" cy="384048"/>
          </a:xfrm>
          <a:prstGeom prst="ellipse">
            <a:avLst/>
          </a:prstGeom>
          <a:solidFill>
            <a:srgbClr val="1D384D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22219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Kategorier &amp; underpunkter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Montage, Print/skær, Tegnestue, Salg, Uproduktiv m.fl.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84464" y="1709928"/>
            <a:ext cx="384048" cy="384048"/>
          </a:xfrm>
          <a:prstGeom prst="ellipse">
            <a:avLst/>
          </a:prstGeom>
          <a:solidFill>
            <a:srgbClr val="FFD8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22219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 frokost-split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84464" y="258775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Deler en opgave omkring frokost — pause tælles ikke med.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8444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877056"/>
            <a:ext cx="384048" cy="384048"/>
          </a:xfrm>
          <a:prstGeom prst="ellipse">
            <a:avLst/>
          </a:prstGeom>
          <a:solidFill>
            <a:srgbClr val="00614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blokeres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dobbelt-registrering af samme tidsrum.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5112" y="358444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9432" y="3877056"/>
            <a:ext cx="384048" cy="384048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43891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Omgøring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99432" y="47548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Markér linjen + årsag til intern opfølgning.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0144" y="3584448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84464" y="3877056"/>
            <a:ext cx="384048" cy="384048"/>
          </a:xfrm>
          <a:prstGeom prst="ellipse">
            <a:avLst/>
          </a:prstGeom>
          <a:solidFill>
            <a:srgbClr val="1D384D"/>
          </a:solidFill>
          <a:ln/>
        </p:spPr>
      </p:sp>
      <p:sp>
        <p:nvSpPr>
          <p:cNvPr id="25" name="Text 23"/>
          <p:cNvSpPr/>
          <p:nvPr/>
        </p:nvSpPr>
        <p:spPr>
          <a:xfrm>
            <a:off x="8284464" y="43891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Dagsoverblik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84464" y="47548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Huller, overlap og manglende tid vises med det samme.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 frokost-split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Overlapper en registrering frokosten, foreslår systemet at splitte den — så pausen ikke tælles som arbejdstid. (Man kan vælge at arbejde gennem frokost.)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1D384D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10:00–14:00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ude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788920"/>
            <a:ext cx="822960" cy="365760"/>
          </a:xfrm>
          <a:prstGeom prst="rightArrow">
            <a:avLst/>
          </a:prstGeom>
          <a:solidFill>
            <a:srgbClr val="2E9BD4"/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22860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2286000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2E9BD4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10:00–12:00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ude / Montering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Arbejde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85432" y="22860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85432" y="2286000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FFD874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12:00–12:30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68312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Frokost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68312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Tælles ikke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10344" y="228600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10344" y="2286000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2E9BD4"/>
          </a:solidFill>
          <a:ln/>
        </p:spPr>
      </p:sp>
      <p:sp>
        <p:nvSpPr>
          <p:cNvPr id="21" name="Text 19"/>
          <p:cNvSpPr/>
          <p:nvPr/>
        </p:nvSpPr>
        <p:spPr>
          <a:xfrm>
            <a:off x="9793224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12:30–14:00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93224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ude / Montering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93224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Arbejde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26371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910328"/>
            <a:ext cx="146304" cy="146304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4754880"/>
            <a:ext cx="2271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Man–tor: frokost 12:00–12:30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551530" y="4754880"/>
            <a:ext cx="1871777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6122" y="4910328"/>
            <a:ext cx="146304" cy="146304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29" name="Text 27"/>
          <p:cNvSpPr/>
          <p:nvPr/>
        </p:nvSpPr>
        <p:spPr>
          <a:xfrm>
            <a:off x="3935578" y="4754880"/>
            <a:ext cx="1506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Fredag: 10:00–10:30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97626" y="475488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62218" y="4910328"/>
            <a:ext cx="146304" cy="146304"/>
          </a:xfrm>
          <a:prstGeom prst="ellipse">
            <a:avLst/>
          </a:prstGeom>
          <a:solidFill>
            <a:srgbClr val="6B7688"/>
          </a:solidFill>
          <a:ln/>
        </p:spPr>
      </p:sp>
      <p:sp>
        <p:nvSpPr>
          <p:cNvPr id="32" name="Text 30"/>
          <p:cNvSpPr/>
          <p:nvPr/>
        </p:nvSpPr>
        <p:spPr>
          <a:xfrm>
            <a:off x="6081674" y="47548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Weekend: intet split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Overblik for ledelsen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 mangler tid — i ét blik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Admin-siden viser alle medarbejdere pr. dag og pr. uge: registreret tid, mangler, overarbejde, huller og omgøringer.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30632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6140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Udfyldt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35204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D874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34930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Delvist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39776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3E6E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3950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 startet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E9BD4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44074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Overarbejde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4983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en medarbejder → åbn dagssedlen direkte.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37760" y="1417320"/>
            <a:ext cx="6903720" cy="566928"/>
          </a:xfrm>
          <a:prstGeom prst="roundRect">
            <a:avLst>
              <a:gd name="adj" fmla="val 6452"/>
            </a:avLst>
          </a:prstGeom>
          <a:solidFill>
            <a:srgbClr val="1D384D"/>
          </a:solidFill>
          <a:ln/>
        </p:spPr>
      </p:sp>
      <p:sp>
        <p:nvSpPr>
          <p:cNvPr id="14" name="Text 12"/>
          <p:cNvSpPr/>
          <p:nvPr/>
        </p:nvSpPr>
        <p:spPr>
          <a:xfrm>
            <a:off x="5047488" y="14173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Medarbejder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417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360" y="1417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9640" y="1417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1417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44200" y="14173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98424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19842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198424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198424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49640" y="198424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46920" y="198424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744200" y="1984248"/>
            <a:ext cx="1097280" cy="566928"/>
          </a:xfrm>
          <a:prstGeom prst="rect">
            <a:avLst/>
          </a:prstGeom>
          <a:solidFill>
            <a:srgbClr val="FFD8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44200" y="19842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55117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55117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551176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51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2551176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551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49640" y="2551176"/>
            <a:ext cx="1097280" cy="566928"/>
          </a:xfrm>
          <a:prstGeom prst="rect">
            <a:avLst/>
          </a:prstGeom>
          <a:solidFill>
            <a:srgbClr val="2E9B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2551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 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646920" y="2551176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6920" y="2551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744200" y="2551176"/>
            <a:ext cx="1097280" cy="566928"/>
          </a:xfrm>
          <a:prstGeom prst="rect">
            <a:avLst/>
          </a:prstGeom>
          <a:solidFill>
            <a:srgbClr val="E3E6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1181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31181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55080" y="3118104"/>
            <a:ext cx="1097280" cy="566928"/>
          </a:xfrm>
          <a:prstGeom prst="rect">
            <a:avLst/>
          </a:prstGeom>
          <a:solidFill>
            <a:srgbClr val="FFD8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1181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52360" y="3118104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1181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549640" y="3118104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49640" y="31181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646920" y="3118104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31181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744200" y="3118104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44200" y="31181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37760" y="3685032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36850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355080" y="3685032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685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52360" y="3685032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3685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549640" y="3685032"/>
            <a:ext cx="1097280" cy="566928"/>
          </a:xfrm>
          <a:prstGeom prst="rect">
            <a:avLst/>
          </a:prstGeom>
          <a:solidFill>
            <a:srgbClr val="FFD8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49640" y="3685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646920" y="3685032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3685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744200" y="3685032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44200" y="36850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937760" y="425196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47488" y="42519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Sascha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355080" y="4251960"/>
            <a:ext cx="1097280" cy="566928"/>
          </a:xfrm>
          <a:prstGeom prst="rect">
            <a:avLst/>
          </a:prstGeom>
          <a:solidFill>
            <a:srgbClr val="E3E6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52360" y="4251960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5236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549640" y="4251960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4964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646920" y="4251960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4692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10744200" y="4251960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744200" y="4251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937760" y="481888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47488" y="48188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6355080" y="481888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5508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452360" y="4818888"/>
            <a:ext cx="1097280" cy="566928"/>
          </a:xfrm>
          <a:prstGeom prst="rect">
            <a:avLst/>
          </a:prstGeom>
          <a:solidFill>
            <a:srgbClr val="FFD8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5236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t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549640" y="481888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4964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9646920" y="481888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4692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10744200" y="4818888"/>
            <a:ext cx="1097280" cy="566928"/>
          </a:xfrm>
          <a:prstGeom prst="rect">
            <a:avLst/>
          </a:prstGeom>
          <a:solidFill>
            <a:srgbClr val="006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4420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t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4937760" y="5477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Uge 33 · Man–Fre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&amp; sikkerhed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728216"/>
            <a:ext cx="384048" cy="384048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550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TypeScript. Let, responsiv web-app til mobil og desktop.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6248" y="1728216"/>
            <a:ext cx="384048" cy="384048"/>
          </a:xfrm>
          <a:prstGeom prst="ellipse">
            <a:avLst/>
          </a:prstGeom>
          <a:solidFill>
            <a:srgbClr val="1D384D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16550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20391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 — samme projekt som SMU OS / SMU Wiki.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00614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Email/adgangskode. Appen er lukket bag login — kun godkendte brugere.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99008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56248" y="3300984"/>
            <a:ext cx="384048" cy="384048"/>
          </a:xfrm>
          <a:prstGeom prst="ellipse">
            <a:avLst/>
          </a:prstGeom>
          <a:solidFill>
            <a:srgbClr val="1D38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3227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Sikkerhed (RLS)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36118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indloggede kan læse/skrive. Anonym adgang er blokeret på DB-niveau.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62856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873752"/>
            <a:ext cx="384048" cy="384048"/>
          </a:xfrm>
          <a:prstGeom prst="ellipse">
            <a:avLst/>
          </a:prstGeom>
          <a:solidFill>
            <a:srgbClr val="2E9BD4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1846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linje gemmer hvem der oprettede og sidst ændrede den.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562856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D384D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4873752"/>
            <a:ext cx="384048" cy="384048"/>
          </a:xfrm>
          <a:prstGeom prst="ellipse">
            <a:avLst/>
          </a:prstGeom>
          <a:solidFill>
            <a:srgbClr val="006140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51846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Netlify. Hvert push går automatisk live.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3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live i beta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24475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medarbejdere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24475F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grønne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24475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RLS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&amp; verificeret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Næste skridt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"sidst ændret af …" i appen (audit-data findes allerede)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Per-medarbejder adskillelse / roller, hvis folk kun skal se egne dage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7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/ CSV-eksport til ledelsen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 Tid · Del af SMU 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SMU Tid</dc:title>
  <dc:subject>PptxGenJS Presentation</dc:subject>
  <dc:creator>SMU</dc:creator>
  <cp:lastModifiedBy>SMU</cp:lastModifiedBy>
  <cp:revision>1</cp:revision>
  <dcterms:created xsi:type="dcterms:W3CDTF">2026-08-11T09:43:58Z</dcterms:created>
  <dcterms:modified xsi:type="dcterms:W3CDTF">2026-08-11T09:43:58Z</dcterms:modified>
</cp:coreProperties>
</file>